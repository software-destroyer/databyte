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99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-1" y="543445"/>
            <a:ext cx="12188952" cy="967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300" dirty="0">
                <a:solidFill>
                  <a:srgbClr val="59595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MINOR PROJECT SYNOPSIS</a:t>
            </a:r>
          </a:p>
          <a:p>
            <a:pPr marL="0" indent="0" algn="ctr">
              <a:buNone/>
            </a:pPr>
            <a:endParaRPr lang="en-US" sz="1500" kern="0" spc="300" dirty="0">
              <a:solidFill>
                <a:srgbClr val="59595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kern="0" spc="300" dirty="0">
                <a:solidFill>
                  <a:srgbClr val="59595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40624" y="1062070"/>
            <a:ext cx="10725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“Cross-Dataset Intrusion Detection”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80075" y="4893076"/>
            <a:ext cx="18288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563" y="3614422"/>
            <a:ext cx="12188952" cy="1063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Pynskhemlang Marbaniang  (2023/BCSE/0005)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Tehjib Almas Junaid  (2023/BCSE/0032)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Bamelaai Marbaniang  (2023/BCSE/0045)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Md Sabique Huda  (2023/BCSE/0066)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048" y="6287539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Guide: Mr. Abdul Kayum Ali, Assistant Professor  |  Department of Engineering &amp; Technology  |  USTM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53B279-273A-D240-4319-5152017FDB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06984" y="1980854"/>
            <a:ext cx="1578032" cy="15780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BF1DAC-42FD-EE38-1D27-C02946DEFAB5}"/>
              </a:ext>
            </a:extLst>
          </p:cNvPr>
          <p:cNvSpPr txBox="1"/>
          <p:nvPr/>
        </p:nvSpPr>
        <p:spPr>
          <a:xfrm>
            <a:off x="1595212" y="5012001"/>
            <a:ext cx="908165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Engineering &amp; Technology</a:t>
            </a:r>
          </a:p>
          <a:p>
            <a:pPr algn="ctr"/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Computer Science &amp; Engineering</a:t>
            </a:r>
          </a:p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SCIENCE &amp;TECHNOLOGY,MEGHALAYA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City,Killing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Road,Batidua,9</a:t>
            </a:r>
            <a:r>
              <a:rPr lang="en-IN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Mile,Ri-Bhoi,Meghalaya-793101</a:t>
            </a:r>
          </a:p>
          <a:p>
            <a:pPr algn="ctr"/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1. Introduction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12573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i. Background of the Study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74552" cy="411480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103120"/>
            <a:ext cx="1054303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Network Intrusion Detection Systems (NIDS)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are the frontline defense inspecting network traffic for exploits, protocol violations, and data exfiltration in real time.
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Signature-based systems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(Snort, Suricata, Zeek) match traffic against known rule sets — precise on known threats, but blind to zero-day attacks and evasive techniques.
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Machine Learning / Deep Learning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approaches (Decision Trees, Random Forests, SVM, XGBoost) learn statistical patterns from flow records instead — and in published literature routinely report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98%–99.5% accuracy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on benchmark datasets such as CICIDS2017, CSE-CIC-IDS2018, and UNSW-NB15.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8724" y="11887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ii. Problem Statement — The Same-Dataset Evaluation Illusion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08676" cy="402336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0312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 the Lab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520" y="2560320"/>
            <a:ext cx="486003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Models are trained and tested on the </a:t>
            </a:r>
            <a:r>
              <a:rPr lang="en-US" sz="14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same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dataset (80/20 splits, k-fold CV).
Training and test data share identical network topology, tooling, hosts, and time windows — a closed world.
Result: models memorize simulator artifacts, not real attack signatures.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23076" y="1874520"/>
            <a:ext cx="5408676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7396" y="210312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 Deployment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597396" y="2560320"/>
            <a:ext cx="48600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Moved to a different network — the </a:t>
            </a:r>
            <a:r>
              <a:rPr lang="en-US" sz="14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cross-dataset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setting — models face covariate shift and concept drift.
Accuracy plummets from ~99% toward random guessing.
Matthews Correlation Coefficient (MCC) collapses toward zero.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597396" y="530352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99% → near-random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1166899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iii. Importance of the Present Work   &amp;   iv. Scope of the Study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Why This Matters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Deployed NIDS that fail under real-world drift create false confidence and leave networks exposed.
• Diagnosing and closing this generalization gap is essential for trustworthy, deployable ML security systems — not just leaderboard scores.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57200" y="34290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Scope of the Study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2612898" cy="1920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4114800"/>
            <a:ext cx="2338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 Datasets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94360" y="4754880"/>
            <a:ext cx="23385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CICIDS2017 (80+ features) &amp; UNSW-NB15 (49 features)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344418" y="3931920"/>
            <a:ext cx="2612898" cy="1920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81578" y="4114800"/>
            <a:ext cx="2338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5 Classifiers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3481578" y="4754880"/>
            <a:ext cx="23385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Decision Tree, Random Forest, Logistic Regression, SVM, XGBoost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31636" y="3931920"/>
            <a:ext cx="2612898" cy="1920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68796" y="4114800"/>
            <a:ext cx="2338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Bidirectional Transfer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368796" y="4754880"/>
            <a:ext cx="23385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CICIDS2017 → UNSW-NB15 and UNSW-NB15 → CICIDS2017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118854" y="3931920"/>
            <a:ext cx="2612898" cy="1920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56014" y="4114800"/>
            <a:ext cx="2338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Mitigation Layer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9256014" y="4754880"/>
            <a:ext cx="23385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 selection, domain-invariant normalization, CORAL alignment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2. Literature Review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001572"/>
              </p:ext>
            </p:extLst>
          </p:nvPr>
        </p:nvGraphicFramePr>
        <p:xfrm>
          <a:off x="457200" y="1828800"/>
          <a:ext cx="11365992" cy="443484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#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Author(s) &amp; Year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Methodology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Key Finding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Verkerken et al. (2022)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Bidirectional cross-dataset evaluation, CICIDS2017 ↔ UNSW-NB15, multiple ML models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Cross-dataset transfer causes accuracy to plummet 28–42%; feature harmonization is mandatory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Cantone, Marrocco &amp; Bria (2024)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 classifiers trained/tested pairwise across 4 CIC-family datasets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Intra-dataset MCC &gt;99.6%; cross-dataset MCC collapses to near-zero (~40% best case)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Ahmim, Amangele &amp; Moustafa (2024)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Cross-dataset experiments on UNSW-NB15 &amp; TON_IoT with 7 shared features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Accuracy declines up to 35%; naive feature intersection fails to preserve detection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2. Literature Review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475572"/>
              </p:ext>
            </p:extLst>
          </p:nvPr>
        </p:nvGraphicFramePr>
        <p:xfrm>
          <a:off x="457200" y="1828800"/>
          <a:ext cx="11365992" cy="32461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#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Author(s) &amp; Year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Methodology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Key Finding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Bertoli, Pereira &amp; Saotome (2022)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DoS-detection models trained on CICIDS2017, tested on an independent physical testbed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25.63% avg accuracy degradation on transfer; models rely on non-transferable background features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Sarhan, Layeghy, Moustafa &amp; Portmann (2021)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Standardized NetFlow-based feature extraction (43 attributes) across 4 NIDS benchmarks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Feature-set heterogeneity is the primary obstacle; standardized features improve transferability</a:t>
                      </a:r>
                      <a:endParaRPr lang="en-US" sz="11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4"/>
          <p:cNvSpPr txBox="1"/>
          <p:nvPr/>
        </p:nvSpPr>
        <p:spPr>
          <a:xfrm>
            <a:off x="457200" y="53949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Full citations are listed in References (Section 8), formatted per APA 7th Edition.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3. Research Gap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0882" y="13030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Three pillars the reviewed literature leaves unresolved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94360" cy="5943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325880" y="1874520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Diagnosis vs. Remediation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325880" y="2286000"/>
            <a:ext cx="10405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Existing studies diagnose the cross-dataset collapse but treat it as an observational dead-end rather than engineering active remediation strategies.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594360" cy="5943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3474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325880" y="3429000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Semantic Feature Ontology Mismatch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325880" y="3840480"/>
            <a:ext cx="10405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CICIDS2017 (CICFlowMeter) and UNSW-NB15 (Argus/Zeek) use incompatible naming, scales, and definitions — no standardized alignment ontology exists between them.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5029200"/>
            <a:ext cx="594360" cy="5943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5029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III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325880" y="4983480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No Bidirectional Robustness Benchmark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325880" y="5394960"/>
            <a:ext cx="10405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Most studies test only one transfer direction, and never systematically compare how different classifier families (tree-based vs. margin-based) withstand domain shift.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4. Feasibility Study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9595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Technical, economic, operational, and schedule feasibility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54396" cy="196596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057400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Technical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520" y="2468880"/>
            <a:ext cx="49057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Public datasets, mature Scikit-Learn / XGBoost implementations, &lt;6 GB RAM footprint via stratified subsampling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77356" y="1874520"/>
            <a:ext cx="5454396" cy="196596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51676" y="2057400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Economic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551676" y="2468880"/>
            <a:ext cx="49057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100% open-source toolchain, free datasets, free-tier Colab where needed — net budget ₹0.00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5454396" cy="196596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297680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Operational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31520" y="4709160"/>
            <a:ext cx="49057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modules map to 4 team members; Git/GitHub workflow; Streamlit dashboard for accessible delivery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77356" y="4114800"/>
            <a:ext cx="5454396" cy="196596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51676" y="4297680"/>
            <a:ext cx="4905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Schedule &amp; Risk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551676" y="4709160"/>
            <a:ext cx="49057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8–10 week timeline; class imbalance and memory risks mitigated via undersampling, SMOTE-NC, robust scaling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5. Objectives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234440" y="1483834"/>
            <a:ext cx="10497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Analyze and mathematically formulate why single-dataset validation fails to predict real-world NIDS performance (covariate shift, concept drift, artifact overfitting).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953512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234440" y="2699986"/>
            <a:ext cx="10497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 a bidirectional cross-dataset testbed harmonizing CICIDS2017 and UNSW-NB15 into a shared, semantically aligned feature space.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4169664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234440" y="3916138"/>
            <a:ext cx="10497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 and benchmark 5 classifiers (Decision Tree, Random Forest, Logistic Regression, SVM, XGBoost) on same-dataset and cross-dataset regimes using Accuracy, Precision, Recall, Macro-F1, MCC, and FAR.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5385816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5385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234440" y="5132290"/>
            <a:ext cx="10497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Apply feature selection and domain-alignment techniques to reduce the generalization gap, and deploy an interactive Streamlit dashboard for results.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6. Methodology / Planning of Work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9595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End-to-end bidirectional evaluation pipeline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417320" cy="1051560"/>
          </a:xfrm>
          <a:prstGeom prst="rect">
            <a:avLst/>
          </a:prstGeom>
          <a:solidFill>
            <a:srgbClr val="FAFA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 Acquisition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&amp; Preprocessing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57200" y="18105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874520" y="2720340"/>
            <a:ext cx="22555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00072" y="2194560"/>
            <a:ext cx="1417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45792" y="219456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Semantic Feature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Mapping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2100072" y="18105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517392" y="2720340"/>
            <a:ext cx="22555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42944" y="2194560"/>
            <a:ext cx="1417320" cy="1051560"/>
          </a:xfrm>
          <a:prstGeom prst="rect">
            <a:avLst/>
          </a:prstGeom>
          <a:solidFill>
            <a:srgbClr val="FAFA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88664" y="219456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Same-Dataset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Baselines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3742944" y="18105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60264" y="2720340"/>
            <a:ext cx="22555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85816" y="2194560"/>
            <a:ext cx="1417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31536" y="219456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Bidirectional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Cross-Dataset Transfer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5385816" y="18105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4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803136" y="2720340"/>
            <a:ext cx="22555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028688" y="2194560"/>
            <a:ext cx="1417320" cy="1051560"/>
          </a:xfrm>
          <a:prstGeom prst="rect">
            <a:avLst/>
          </a:prstGeom>
          <a:solidFill>
            <a:srgbClr val="FAFA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74408" y="219456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 Selection &amp;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Domain Alignment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7028688" y="18105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5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446008" y="2720340"/>
            <a:ext cx="22555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671560" y="2194560"/>
            <a:ext cx="1417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17280" y="219456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Retrain &amp; Evaluate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(GRR)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8671560" y="18105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6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0088880" y="2720340"/>
            <a:ext cx="22555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314432" y="2194560"/>
            <a:ext cx="1417320" cy="1051560"/>
          </a:xfrm>
          <a:prstGeom prst="rect">
            <a:avLst/>
          </a:prstGeom>
          <a:solidFill>
            <a:srgbClr val="FAFA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360152" y="219456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Streamlit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10314432" y="18105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7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Two symmetric transfer directions are evaluated: 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CICIDS2017 → UNSW-NB15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and  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UNSW-NB15 → CICIDS2017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each against a same-dataset baseline.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457200" y="42519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Team Allocation &amp; Timeline (9 Weeks)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617720"/>
          <a:ext cx="10360152" cy="1865376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acquisition &amp; exploratory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Pynskhemlang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ontology reconciliation &amp; baseline models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Pynskhemlang, Tehjib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Bidirectional cross-dataset evaluation &amp; diagnosis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Tehjib, Sabique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selection &amp; domain alignment mitigations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Bamelaai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dashboard, validation &amp; report compilation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members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Expected Outcome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544824" cy="214884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11680"/>
            <a:ext cx="411480" cy="4114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60320"/>
            <a:ext cx="3087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Bidirectional Evaluation Harness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063240"/>
            <a:ext cx="3087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automated, modular Python pipeline for cross-dataset NIDS benchmarking in both transfer directions.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2064" y="1783080"/>
            <a:ext cx="3544824" cy="214884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0664" y="2011680"/>
            <a:ext cx="411480" cy="4114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50664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50664" y="2560320"/>
            <a:ext cx="3087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Generalization Map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50664" y="3063240"/>
            <a:ext cx="3087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performance collapse (Accuracy, Macro-F1, MCC, FAR) across 5 ML models under domain shift.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86928" y="1783080"/>
            <a:ext cx="3544824" cy="214884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5528" y="2011680"/>
            <a:ext cx="411480" cy="4114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5528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5528" y="2560320"/>
            <a:ext cx="3087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Alignment Toolkit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415528" y="3063240"/>
            <a:ext cx="3087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ontology reconciling CICFlowMeter and Argus/Zeek schemas, with CORAL-based mitigation.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3544824" cy="214884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434840"/>
            <a:ext cx="411480" cy="4114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983480"/>
            <a:ext cx="3087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 Robustness Ranking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486400"/>
            <a:ext cx="3087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ranking of which architectures best withstand covariate shift — actionable guidance for NIDS engineers.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22064" y="4206240"/>
            <a:ext cx="3544824" cy="214884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0664" y="4434840"/>
            <a:ext cx="411480" cy="4114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50664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50664" y="4983480"/>
            <a:ext cx="3087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Streamlit Dashboard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4550664" y="5486400"/>
            <a:ext cx="3087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web app for real-time cross-dataset simulation and visualization.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8. References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9595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APA 7th Edition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57200" y="187452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Ahmim, A., Amangele, P., &amp; Moustafa, N. (2024). Assessing generalisation capability of machine learning models for intrusion detection. IEEE Access, 12, 68420–68432.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57200" y="2715768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Bertoli, G. de C., Pereira, L. A. J., &amp; Saotome, O. (2022). Transferability of machine learning models learned from public intrusion detection datasets: The CICIDS2017 case study. Software Quality Journal, 30(4), 1073–1098.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57200" y="3557016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Cantone, M., Marrocco, C., &amp; Bria, A. (2024). On the cross-dataset generalization of machine learning for network intrusion detection. Proceedings of the 2024 IEEE International Conference on Cyber Security and Resilience (CSR), 112–119.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57200" y="4398264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Sarhan, M., Layeghy, S., Moustafa, N., &amp; Portmann, M. (2021). Towards a standard feature set for network intrusion detection datasets. Mobile Networks and Applications, 26(4), 1735–1747.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7200" y="52395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Verkerken, M., D'hooge, L., Wauters, T., De Turck, F., &amp; Volckaert, B. (2022). Towards model generalization for network intrusion detection: A cross-dataset evaluation. IEEE Transactions on Network and Service Management, 19(4), 4196–4208.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40</TotalTime>
  <Words>1409</Words>
  <Application>Microsoft Office PowerPoint</Application>
  <PresentationFormat>Widescreen</PresentationFormat>
  <Paragraphs>184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Tehjib A. Junaid</cp:lastModifiedBy>
  <cp:revision>4</cp:revision>
  <dcterms:created xsi:type="dcterms:W3CDTF">2026-09-09T03:42:45Z</dcterms:created>
  <dcterms:modified xsi:type="dcterms:W3CDTF">2026-09-10T05:43:34Z</dcterms:modified>
</cp:coreProperties>
</file>